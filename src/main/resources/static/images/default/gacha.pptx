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FFEEB9"/>
    <a:srgbClr val="FFE389"/>
    <a:srgbClr val="FFC000"/>
    <a:srgbClr val="AFABAB"/>
    <a:srgbClr val="FFFFFF"/>
    <a:srgbClr val="3584CB"/>
    <a:srgbClr val="5B9BD5"/>
    <a:srgbClr val="333F4F"/>
    <a:srgbClr val="1627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9" d="100"/>
          <a:sy n="79" d="100"/>
        </p:scale>
        <p:origin x="77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85FA6-3BB9-47BA-8D81-299A75D1B58A}" type="datetimeFigureOut">
              <a:rPr kumimoji="1" lang="ja-JP" altLang="en-US" smtClean="0"/>
              <a:t>2026/3/12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B2A3E-9D51-455C-BA1E-A13CE53746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84922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85FA6-3BB9-47BA-8D81-299A75D1B58A}" type="datetimeFigureOut">
              <a:rPr kumimoji="1" lang="ja-JP" altLang="en-US" smtClean="0"/>
              <a:t>2026/3/12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B2A3E-9D51-455C-BA1E-A13CE53746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56473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85FA6-3BB9-47BA-8D81-299A75D1B58A}" type="datetimeFigureOut">
              <a:rPr kumimoji="1" lang="ja-JP" altLang="en-US" smtClean="0"/>
              <a:t>2026/3/12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B2A3E-9D51-455C-BA1E-A13CE53746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82587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85FA6-3BB9-47BA-8D81-299A75D1B58A}" type="datetimeFigureOut">
              <a:rPr kumimoji="1" lang="ja-JP" altLang="en-US" smtClean="0"/>
              <a:t>2026/3/12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B2A3E-9D51-455C-BA1E-A13CE53746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340816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85FA6-3BB9-47BA-8D81-299A75D1B58A}" type="datetimeFigureOut">
              <a:rPr kumimoji="1" lang="ja-JP" altLang="en-US" smtClean="0"/>
              <a:t>2026/3/12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B2A3E-9D51-455C-BA1E-A13CE53746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516204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85FA6-3BB9-47BA-8D81-299A75D1B58A}" type="datetimeFigureOut">
              <a:rPr kumimoji="1" lang="ja-JP" altLang="en-US" smtClean="0"/>
              <a:t>2026/3/12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B2A3E-9D51-455C-BA1E-A13CE53746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38836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85FA6-3BB9-47BA-8D81-299A75D1B58A}" type="datetimeFigureOut">
              <a:rPr kumimoji="1" lang="ja-JP" altLang="en-US" smtClean="0"/>
              <a:t>2026/3/12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B2A3E-9D51-455C-BA1E-A13CE53746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18865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85FA6-3BB9-47BA-8D81-299A75D1B58A}" type="datetimeFigureOut">
              <a:rPr kumimoji="1" lang="ja-JP" altLang="en-US" smtClean="0"/>
              <a:t>2026/3/12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B2A3E-9D51-455C-BA1E-A13CE53746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068292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85FA6-3BB9-47BA-8D81-299A75D1B58A}" type="datetimeFigureOut">
              <a:rPr kumimoji="1" lang="ja-JP" altLang="en-US" smtClean="0"/>
              <a:t>2026/3/12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B2A3E-9D51-455C-BA1E-A13CE53746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420652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85FA6-3BB9-47BA-8D81-299A75D1B58A}" type="datetimeFigureOut">
              <a:rPr kumimoji="1" lang="ja-JP" altLang="en-US" smtClean="0"/>
              <a:t>2026/3/12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B2A3E-9D51-455C-BA1E-A13CE53746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08241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85FA6-3BB9-47BA-8D81-299A75D1B58A}" type="datetimeFigureOut">
              <a:rPr kumimoji="1" lang="ja-JP" altLang="en-US" smtClean="0"/>
              <a:t>2026/3/12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B2A3E-9D51-455C-BA1E-A13CE53746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999124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085FA6-3BB9-47BA-8D81-299A75D1B58A}" type="datetimeFigureOut">
              <a:rPr kumimoji="1" lang="ja-JP" altLang="en-US" smtClean="0"/>
              <a:t>2026/3/12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9B2A3E-9D51-455C-BA1E-A13CE53746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1814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正方形/長方形 81"/>
          <p:cNvSpPr/>
          <p:nvPr/>
        </p:nvSpPr>
        <p:spPr>
          <a:xfrm>
            <a:off x="4643337" y="2680029"/>
            <a:ext cx="745675" cy="7456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9" name="正方形/長方形 138"/>
          <p:cNvSpPr/>
          <p:nvPr/>
        </p:nvSpPr>
        <p:spPr>
          <a:xfrm>
            <a:off x="1292900" y="1440484"/>
            <a:ext cx="2929371" cy="43849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正方形/長方形 27"/>
          <p:cNvSpPr/>
          <p:nvPr/>
        </p:nvSpPr>
        <p:spPr>
          <a:xfrm>
            <a:off x="4784366" y="4278860"/>
            <a:ext cx="443630" cy="4436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0" name="図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370" y="3437811"/>
            <a:ext cx="383754" cy="382075"/>
          </a:xfrm>
          <a:prstGeom prst="rect">
            <a:avLst/>
          </a:prstGeom>
        </p:spPr>
      </p:pic>
      <p:pic>
        <p:nvPicPr>
          <p:cNvPr id="41" name="図 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9445844">
            <a:off x="1952138" y="3279341"/>
            <a:ext cx="383754" cy="382075"/>
          </a:xfrm>
          <a:prstGeom prst="rect">
            <a:avLst/>
          </a:prstGeom>
        </p:spPr>
      </p:pic>
      <p:pic>
        <p:nvPicPr>
          <p:cNvPr id="42" name="図 4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8076713">
            <a:off x="2087762" y="3497843"/>
            <a:ext cx="383754" cy="382075"/>
          </a:xfrm>
          <a:prstGeom prst="rect">
            <a:avLst/>
          </a:prstGeom>
        </p:spPr>
      </p:pic>
      <p:pic>
        <p:nvPicPr>
          <p:cNvPr id="43" name="図 4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090871">
            <a:off x="2420530" y="3339373"/>
            <a:ext cx="383754" cy="382075"/>
          </a:xfrm>
          <a:prstGeom prst="rect">
            <a:avLst/>
          </a:prstGeom>
        </p:spPr>
      </p:pic>
      <p:pic>
        <p:nvPicPr>
          <p:cNvPr id="44" name="図 4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497857">
            <a:off x="2709168" y="3477280"/>
            <a:ext cx="383754" cy="382075"/>
          </a:xfrm>
          <a:prstGeom prst="rect">
            <a:avLst/>
          </a:prstGeom>
        </p:spPr>
      </p:pic>
      <p:pic>
        <p:nvPicPr>
          <p:cNvPr id="45" name="図 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057333">
            <a:off x="3041936" y="3318810"/>
            <a:ext cx="383754" cy="382075"/>
          </a:xfrm>
          <a:prstGeom prst="rect">
            <a:avLst/>
          </a:prstGeom>
        </p:spPr>
      </p:pic>
      <p:pic>
        <p:nvPicPr>
          <p:cNvPr id="46" name="図 4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5047229">
            <a:off x="3177560" y="3537312"/>
            <a:ext cx="383754" cy="382075"/>
          </a:xfrm>
          <a:prstGeom prst="rect">
            <a:avLst/>
          </a:prstGeom>
        </p:spPr>
      </p:pic>
      <p:pic>
        <p:nvPicPr>
          <p:cNvPr id="47" name="図 4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0134046">
            <a:off x="3510328" y="3378842"/>
            <a:ext cx="383754" cy="382075"/>
          </a:xfrm>
          <a:prstGeom prst="rect">
            <a:avLst/>
          </a:prstGeom>
        </p:spPr>
      </p:pic>
      <p:pic>
        <p:nvPicPr>
          <p:cNvPr id="48" name="図 4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7043799">
            <a:off x="1600399" y="3069004"/>
            <a:ext cx="383754" cy="382075"/>
          </a:xfrm>
          <a:prstGeom prst="rect">
            <a:avLst/>
          </a:prstGeom>
        </p:spPr>
      </p:pic>
      <p:pic>
        <p:nvPicPr>
          <p:cNvPr id="49" name="図 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9445844">
            <a:off x="1933167" y="2910534"/>
            <a:ext cx="383754" cy="382075"/>
          </a:xfrm>
          <a:prstGeom prst="rect">
            <a:avLst/>
          </a:prstGeom>
        </p:spPr>
      </p:pic>
      <p:pic>
        <p:nvPicPr>
          <p:cNvPr id="50" name="図 4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8076713">
            <a:off x="2068791" y="3129036"/>
            <a:ext cx="383754" cy="382075"/>
          </a:xfrm>
          <a:prstGeom prst="rect">
            <a:avLst/>
          </a:prstGeom>
        </p:spPr>
      </p:pic>
      <p:pic>
        <p:nvPicPr>
          <p:cNvPr id="51" name="図 5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546535">
            <a:off x="2401559" y="2970566"/>
            <a:ext cx="383754" cy="382075"/>
          </a:xfrm>
          <a:prstGeom prst="rect">
            <a:avLst/>
          </a:prstGeom>
        </p:spPr>
      </p:pic>
      <p:pic>
        <p:nvPicPr>
          <p:cNvPr id="52" name="図 5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7792455">
            <a:off x="2690197" y="3108473"/>
            <a:ext cx="383754" cy="382075"/>
          </a:xfrm>
          <a:prstGeom prst="rect">
            <a:avLst/>
          </a:prstGeom>
        </p:spPr>
      </p:pic>
      <p:pic>
        <p:nvPicPr>
          <p:cNvPr id="53" name="図 5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241290">
            <a:off x="3022965" y="2950003"/>
            <a:ext cx="383754" cy="382075"/>
          </a:xfrm>
          <a:prstGeom prst="rect">
            <a:avLst/>
          </a:prstGeom>
        </p:spPr>
      </p:pic>
      <p:pic>
        <p:nvPicPr>
          <p:cNvPr id="54" name="図 5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8272159">
            <a:off x="3158589" y="3168505"/>
            <a:ext cx="383754" cy="382075"/>
          </a:xfrm>
          <a:prstGeom prst="rect">
            <a:avLst/>
          </a:prstGeom>
        </p:spPr>
      </p:pic>
      <p:pic>
        <p:nvPicPr>
          <p:cNvPr id="55" name="図 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5992884">
            <a:off x="3491357" y="3010035"/>
            <a:ext cx="383754" cy="382075"/>
          </a:xfrm>
          <a:prstGeom prst="rect">
            <a:avLst/>
          </a:prstGeom>
        </p:spPr>
      </p:pic>
      <p:pic>
        <p:nvPicPr>
          <p:cNvPr id="56" name="図 5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208086">
            <a:off x="1601774" y="2693918"/>
            <a:ext cx="383754" cy="382075"/>
          </a:xfrm>
          <a:prstGeom prst="rect">
            <a:avLst/>
          </a:prstGeom>
        </p:spPr>
      </p:pic>
      <p:pic>
        <p:nvPicPr>
          <p:cNvPr id="57" name="図 5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6438077">
            <a:off x="1934542" y="2535448"/>
            <a:ext cx="383754" cy="382075"/>
          </a:xfrm>
          <a:prstGeom prst="rect">
            <a:avLst/>
          </a:prstGeom>
        </p:spPr>
      </p:pic>
      <p:pic>
        <p:nvPicPr>
          <p:cNvPr id="58" name="図 5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5068946">
            <a:off x="2070166" y="2753950"/>
            <a:ext cx="383754" cy="382075"/>
          </a:xfrm>
          <a:prstGeom prst="rect">
            <a:avLst/>
          </a:prstGeom>
        </p:spPr>
      </p:pic>
      <p:pic>
        <p:nvPicPr>
          <p:cNvPr id="59" name="図 5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3911655">
            <a:off x="2402934" y="2595480"/>
            <a:ext cx="383754" cy="382075"/>
          </a:xfrm>
          <a:prstGeom prst="rect">
            <a:avLst/>
          </a:prstGeom>
        </p:spPr>
      </p:pic>
      <p:pic>
        <p:nvPicPr>
          <p:cNvPr id="60" name="図 5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8056334">
            <a:off x="2691572" y="2733387"/>
            <a:ext cx="383754" cy="382075"/>
          </a:xfrm>
          <a:prstGeom prst="rect">
            <a:avLst/>
          </a:prstGeom>
        </p:spPr>
      </p:pic>
      <p:pic>
        <p:nvPicPr>
          <p:cNvPr id="61" name="図 6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6478117">
            <a:off x="3024340" y="2574917"/>
            <a:ext cx="383754" cy="382075"/>
          </a:xfrm>
          <a:prstGeom prst="rect">
            <a:avLst/>
          </a:prstGeom>
        </p:spPr>
      </p:pic>
      <p:pic>
        <p:nvPicPr>
          <p:cNvPr id="62" name="図 6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8204998">
            <a:off x="3159964" y="2793419"/>
            <a:ext cx="383754" cy="382075"/>
          </a:xfrm>
          <a:prstGeom prst="rect">
            <a:avLst/>
          </a:prstGeom>
        </p:spPr>
      </p:pic>
      <p:pic>
        <p:nvPicPr>
          <p:cNvPr id="63" name="図 6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4325723">
            <a:off x="3492732" y="2634949"/>
            <a:ext cx="383754" cy="382075"/>
          </a:xfrm>
          <a:prstGeom prst="rect">
            <a:avLst/>
          </a:prstGeom>
        </p:spPr>
      </p:pic>
      <p:pic>
        <p:nvPicPr>
          <p:cNvPr id="64" name="図 6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577374">
            <a:off x="1582803" y="2325111"/>
            <a:ext cx="383754" cy="382075"/>
          </a:xfrm>
          <a:prstGeom prst="rect">
            <a:avLst/>
          </a:prstGeom>
        </p:spPr>
      </p:pic>
      <p:pic>
        <p:nvPicPr>
          <p:cNvPr id="65" name="図 6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4423218">
            <a:off x="1915571" y="2166641"/>
            <a:ext cx="383754" cy="382075"/>
          </a:xfrm>
          <a:prstGeom prst="rect">
            <a:avLst/>
          </a:prstGeom>
        </p:spPr>
      </p:pic>
      <p:pic>
        <p:nvPicPr>
          <p:cNvPr id="66" name="図 6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7838234">
            <a:off x="2051195" y="2385143"/>
            <a:ext cx="383754" cy="382075"/>
          </a:xfrm>
          <a:prstGeom prst="rect">
            <a:avLst/>
          </a:prstGeom>
        </p:spPr>
      </p:pic>
      <p:pic>
        <p:nvPicPr>
          <p:cNvPr id="67" name="図 6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3568271">
            <a:off x="2383963" y="2226673"/>
            <a:ext cx="383754" cy="382075"/>
          </a:xfrm>
          <a:prstGeom prst="rect">
            <a:avLst/>
          </a:prstGeom>
        </p:spPr>
      </p:pic>
      <p:pic>
        <p:nvPicPr>
          <p:cNvPr id="68" name="図 6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4143571">
            <a:off x="2672601" y="2364580"/>
            <a:ext cx="383754" cy="382075"/>
          </a:xfrm>
          <a:prstGeom prst="rect">
            <a:avLst/>
          </a:prstGeom>
        </p:spPr>
      </p:pic>
      <p:pic>
        <p:nvPicPr>
          <p:cNvPr id="69" name="図 6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4062074">
            <a:off x="3005369" y="2206110"/>
            <a:ext cx="383754" cy="382075"/>
          </a:xfrm>
          <a:prstGeom prst="rect">
            <a:avLst/>
          </a:prstGeom>
        </p:spPr>
      </p:pic>
      <p:pic>
        <p:nvPicPr>
          <p:cNvPr id="70" name="図 6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2692943">
            <a:off x="3140993" y="2424612"/>
            <a:ext cx="383754" cy="382075"/>
          </a:xfrm>
          <a:prstGeom prst="rect">
            <a:avLst/>
          </a:prstGeom>
        </p:spPr>
      </p:pic>
      <p:pic>
        <p:nvPicPr>
          <p:cNvPr id="71" name="図 7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38787">
            <a:off x="3597688" y="2250004"/>
            <a:ext cx="383754" cy="382075"/>
          </a:xfrm>
          <a:prstGeom prst="rect">
            <a:avLst/>
          </a:prstGeom>
        </p:spPr>
      </p:pic>
      <p:pic>
        <p:nvPicPr>
          <p:cNvPr id="72" name="図 7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6438077">
            <a:off x="2204076" y="2019042"/>
            <a:ext cx="383754" cy="382075"/>
          </a:xfrm>
          <a:prstGeom prst="rect">
            <a:avLst/>
          </a:prstGeom>
        </p:spPr>
      </p:pic>
      <p:pic>
        <p:nvPicPr>
          <p:cNvPr id="73" name="図 7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1246664">
            <a:off x="1518809" y="1964353"/>
            <a:ext cx="383754" cy="382075"/>
          </a:xfrm>
          <a:prstGeom prst="rect">
            <a:avLst/>
          </a:prstGeom>
        </p:spPr>
      </p:pic>
      <p:pic>
        <p:nvPicPr>
          <p:cNvPr id="74" name="図 7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2538046">
            <a:off x="1855440" y="1822999"/>
            <a:ext cx="383754" cy="382075"/>
          </a:xfrm>
          <a:prstGeom prst="rect">
            <a:avLst/>
          </a:prstGeom>
        </p:spPr>
      </p:pic>
      <p:pic>
        <p:nvPicPr>
          <p:cNvPr id="75" name="図 7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3641941">
            <a:off x="2434775" y="1750999"/>
            <a:ext cx="383754" cy="382075"/>
          </a:xfrm>
          <a:prstGeom prst="rect">
            <a:avLst/>
          </a:prstGeom>
        </p:spPr>
      </p:pic>
      <p:pic>
        <p:nvPicPr>
          <p:cNvPr id="76" name="図 7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8339093">
            <a:off x="2675332" y="1973626"/>
            <a:ext cx="383754" cy="382075"/>
          </a:xfrm>
          <a:prstGeom prst="rect">
            <a:avLst/>
          </a:prstGeom>
        </p:spPr>
      </p:pic>
      <p:pic>
        <p:nvPicPr>
          <p:cNvPr id="77" name="図 7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6208403">
            <a:off x="2949282" y="1730952"/>
            <a:ext cx="383754" cy="382075"/>
          </a:xfrm>
          <a:prstGeom prst="rect">
            <a:avLst/>
          </a:prstGeom>
        </p:spPr>
      </p:pic>
      <p:pic>
        <p:nvPicPr>
          <p:cNvPr id="78" name="図 7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4839272">
            <a:off x="3162989" y="1901394"/>
            <a:ext cx="383754" cy="382075"/>
          </a:xfrm>
          <a:prstGeom prst="rect">
            <a:avLst/>
          </a:prstGeom>
        </p:spPr>
      </p:pic>
      <p:pic>
        <p:nvPicPr>
          <p:cNvPr id="79" name="図 7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38787">
            <a:off x="3326592" y="2156293"/>
            <a:ext cx="383754" cy="382075"/>
          </a:xfrm>
          <a:prstGeom prst="rect">
            <a:avLst/>
          </a:prstGeom>
        </p:spPr>
      </p:pic>
      <p:pic>
        <p:nvPicPr>
          <p:cNvPr id="80" name="図 7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685116">
            <a:off x="3593574" y="1900214"/>
            <a:ext cx="383754" cy="382075"/>
          </a:xfrm>
          <a:prstGeom prst="rect">
            <a:avLst/>
          </a:prstGeom>
        </p:spPr>
      </p:pic>
      <p:pic>
        <p:nvPicPr>
          <p:cNvPr id="18" name="図 17"/>
          <p:cNvPicPr>
            <a:picLocks noChangeAspect="1"/>
          </p:cNvPicPr>
          <p:nvPr/>
        </p:nvPicPr>
        <p:blipFill rotWithShape="1">
          <a:blip r:embed="rId3"/>
          <a:srcRect t="79693"/>
          <a:stretch/>
        </p:blipFill>
        <p:spPr>
          <a:xfrm>
            <a:off x="1332010" y="4908371"/>
            <a:ext cx="2877561" cy="878982"/>
          </a:xfrm>
          <a:prstGeom prst="rect">
            <a:avLst/>
          </a:prstGeom>
        </p:spPr>
      </p:pic>
      <p:pic>
        <p:nvPicPr>
          <p:cNvPr id="24" name="図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3581" y="4418477"/>
            <a:ext cx="385200" cy="270818"/>
          </a:xfrm>
          <a:prstGeom prst="rect">
            <a:avLst/>
          </a:prstGeom>
        </p:spPr>
      </p:pic>
      <p:pic>
        <p:nvPicPr>
          <p:cNvPr id="2" name="図 1"/>
          <p:cNvPicPr>
            <a:picLocks noChangeAspect="1"/>
          </p:cNvPicPr>
          <p:nvPr/>
        </p:nvPicPr>
        <p:blipFill rotWithShape="1">
          <a:blip r:embed="rId5"/>
          <a:srcRect b="13815"/>
          <a:stretch/>
        </p:blipFill>
        <p:spPr>
          <a:xfrm>
            <a:off x="1332010" y="1470964"/>
            <a:ext cx="2877561" cy="3520349"/>
          </a:xfrm>
          <a:prstGeom prst="rect">
            <a:avLst/>
          </a:prstGeom>
        </p:spPr>
      </p:pic>
      <p:pic>
        <p:nvPicPr>
          <p:cNvPr id="3" name="図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71720" y="2711461"/>
            <a:ext cx="688908" cy="682811"/>
          </a:xfrm>
          <a:prstGeom prst="rect">
            <a:avLst/>
          </a:prstGeom>
        </p:spPr>
      </p:pic>
      <p:sp>
        <p:nvSpPr>
          <p:cNvPr id="83" name="正方形/長方形 82"/>
          <p:cNvSpPr/>
          <p:nvPr/>
        </p:nvSpPr>
        <p:spPr>
          <a:xfrm>
            <a:off x="5575185" y="2177151"/>
            <a:ext cx="1748039" cy="175949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1" name="下カーブ矢印 90"/>
          <p:cNvSpPr/>
          <p:nvPr/>
        </p:nvSpPr>
        <p:spPr>
          <a:xfrm rot="6300000">
            <a:off x="6193100" y="2969933"/>
            <a:ext cx="1294661" cy="498126"/>
          </a:xfrm>
          <a:prstGeom prst="curvedDownArrow">
            <a:avLst>
              <a:gd name="adj1" fmla="val 40185"/>
              <a:gd name="adj2" fmla="val 95231"/>
              <a:gd name="adj3" fmla="val 36473"/>
            </a:avLst>
          </a:prstGeom>
          <a:solidFill>
            <a:srgbClr val="FFEE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92" name="下カーブ矢印 91"/>
          <p:cNvSpPr/>
          <p:nvPr/>
        </p:nvSpPr>
        <p:spPr>
          <a:xfrm rot="17100000">
            <a:off x="5393647" y="2636874"/>
            <a:ext cx="1294661" cy="498126"/>
          </a:xfrm>
          <a:prstGeom prst="curvedDownArrow">
            <a:avLst>
              <a:gd name="adj1" fmla="val 40185"/>
              <a:gd name="adj2" fmla="val 95231"/>
              <a:gd name="adj3" fmla="val 36473"/>
            </a:avLst>
          </a:prstGeom>
          <a:solidFill>
            <a:srgbClr val="FFEE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84" name="正方形/長方形 83"/>
          <p:cNvSpPr/>
          <p:nvPr/>
        </p:nvSpPr>
        <p:spPr>
          <a:xfrm>
            <a:off x="7710931" y="2173119"/>
            <a:ext cx="1748039" cy="175949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星 32 3"/>
          <p:cNvSpPr/>
          <p:nvPr/>
        </p:nvSpPr>
        <p:spPr>
          <a:xfrm>
            <a:off x="7799958" y="2267873"/>
            <a:ext cx="1569985" cy="1569985"/>
          </a:xfrm>
          <a:prstGeom prst="star32">
            <a:avLst>
              <a:gd name="adj" fmla="val 15352"/>
            </a:avLst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2" name="図 2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3424" y="4304610"/>
            <a:ext cx="385200" cy="251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0861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図 11"/>
          <p:cNvPicPr>
            <a:picLocks noChangeAspect="1"/>
          </p:cNvPicPr>
          <p:nvPr/>
        </p:nvPicPr>
        <p:blipFill rotWithShape="1">
          <a:blip r:embed="rId2"/>
          <a:srcRect t="48531"/>
          <a:stretch/>
        </p:blipFill>
        <p:spPr>
          <a:xfrm>
            <a:off x="5063277" y="1417268"/>
            <a:ext cx="2773920" cy="1427720"/>
          </a:xfrm>
          <a:prstGeom prst="rect">
            <a:avLst/>
          </a:prstGeom>
        </p:spPr>
      </p:pic>
      <p:sp>
        <p:nvSpPr>
          <p:cNvPr id="3" name="円/楕円 2"/>
          <p:cNvSpPr/>
          <p:nvPr/>
        </p:nvSpPr>
        <p:spPr>
          <a:xfrm>
            <a:off x="4921272" y="3182568"/>
            <a:ext cx="2743200" cy="2743200"/>
          </a:xfrm>
          <a:prstGeom prst="ellipse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635000" h="635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6" name="図 5"/>
          <p:cNvPicPr>
            <a:picLocks noChangeAspect="1"/>
          </p:cNvPicPr>
          <p:nvPr/>
        </p:nvPicPr>
        <p:blipFill rotWithShape="1">
          <a:blip r:embed="rId3"/>
          <a:srcRect b="51240"/>
          <a:stretch/>
        </p:blipFill>
        <p:spPr>
          <a:xfrm>
            <a:off x="4902222" y="3163518"/>
            <a:ext cx="2783457" cy="1357200"/>
          </a:xfrm>
          <a:prstGeom prst="rect">
            <a:avLst/>
          </a:prstGeom>
        </p:spPr>
      </p:pic>
      <p:sp>
        <p:nvSpPr>
          <p:cNvPr id="4" name="円/楕円 3"/>
          <p:cNvSpPr/>
          <p:nvPr/>
        </p:nvSpPr>
        <p:spPr>
          <a:xfrm>
            <a:off x="4918097" y="4011243"/>
            <a:ext cx="2754000" cy="9525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635000" h="635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円/楕円 10"/>
          <p:cNvSpPr/>
          <p:nvPr/>
        </p:nvSpPr>
        <p:spPr>
          <a:xfrm>
            <a:off x="5083197" y="899743"/>
            <a:ext cx="2754000" cy="952500"/>
          </a:xfrm>
          <a:prstGeom prst="ellipse">
            <a:avLst/>
          </a:prstGeom>
          <a:solidFill>
            <a:srgbClr val="3584C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635000" h="635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4" name="図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2453" y="3349162"/>
            <a:ext cx="2792210" cy="1963082"/>
          </a:xfrm>
          <a:prstGeom prst="rect">
            <a:avLst/>
          </a:prstGeom>
        </p:spPr>
      </p:pic>
      <p:pic>
        <p:nvPicPr>
          <p:cNvPr id="13" name="図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36840" y="730618"/>
            <a:ext cx="2786113" cy="1816765"/>
          </a:xfrm>
          <a:prstGeom prst="rect">
            <a:avLst/>
          </a:prstGeom>
        </p:spPr>
      </p:pic>
      <p:sp>
        <p:nvSpPr>
          <p:cNvPr id="15" name="円/楕円 14"/>
          <p:cNvSpPr/>
          <p:nvPr/>
        </p:nvSpPr>
        <p:spPr>
          <a:xfrm>
            <a:off x="2289487" y="806137"/>
            <a:ext cx="631065" cy="74053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台形 15"/>
          <p:cNvSpPr/>
          <p:nvPr/>
        </p:nvSpPr>
        <p:spPr>
          <a:xfrm>
            <a:off x="1226981" y="842090"/>
            <a:ext cx="2756079" cy="141668"/>
          </a:xfrm>
          <a:prstGeom prst="trapezoid">
            <a:avLst/>
          </a:prstGeom>
          <a:solidFill>
            <a:srgbClr val="2E75B6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台形 16"/>
          <p:cNvSpPr/>
          <p:nvPr/>
        </p:nvSpPr>
        <p:spPr>
          <a:xfrm flipV="1">
            <a:off x="1226981" y="983757"/>
            <a:ext cx="2756079" cy="2066925"/>
          </a:xfrm>
          <a:prstGeom prst="trapezoid">
            <a:avLst>
              <a:gd name="adj" fmla="val 9332"/>
            </a:avLst>
          </a:prstGeom>
          <a:solidFill>
            <a:srgbClr val="BDD7EE">
              <a:alpha val="50196"/>
            </a:srgb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正方形/長方形 17"/>
          <p:cNvSpPr/>
          <p:nvPr/>
        </p:nvSpPr>
        <p:spPr>
          <a:xfrm>
            <a:off x="1428750" y="3022107"/>
            <a:ext cx="2352675" cy="1749918"/>
          </a:xfrm>
          <a:prstGeom prst="rect">
            <a:avLst/>
          </a:prstGeom>
          <a:solidFill>
            <a:srgbClr val="2E75B6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台形 18"/>
          <p:cNvSpPr/>
          <p:nvPr/>
        </p:nvSpPr>
        <p:spPr>
          <a:xfrm>
            <a:off x="1295400" y="4772026"/>
            <a:ext cx="2609850" cy="317006"/>
          </a:xfrm>
          <a:prstGeom prst="trapezoid">
            <a:avLst>
              <a:gd name="adj" fmla="val 43029"/>
            </a:avLst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円/楕円 19"/>
          <p:cNvSpPr/>
          <p:nvPr/>
        </p:nvSpPr>
        <p:spPr>
          <a:xfrm>
            <a:off x="2349656" y="4135191"/>
            <a:ext cx="510863" cy="510863"/>
          </a:xfrm>
          <a:prstGeom prst="ellipse">
            <a:avLst/>
          </a:prstGeom>
          <a:solidFill>
            <a:srgbClr val="162746"/>
          </a:solidFill>
          <a:ln>
            <a:noFill/>
          </a:ln>
          <a:scene3d>
            <a:camera prst="orthographicFront"/>
            <a:lightRig rig="threePt" dir="t"/>
          </a:scene3d>
          <a:sp3d>
            <a:bevelT w="317500" h="635000" prst="softRound"/>
            <a:bevelB w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円/楕円 20"/>
          <p:cNvSpPr/>
          <p:nvPr/>
        </p:nvSpPr>
        <p:spPr>
          <a:xfrm>
            <a:off x="2277145" y="3201741"/>
            <a:ext cx="655884" cy="655884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角丸四角形 21"/>
          <p:cNvSpPr/>
          <p:nvPr/>
        </p:nvSpPr>
        <p:spPr>
          <a:xfrm>
            <a:off x="2349656" y="3455194"/>
            <a:ext cx="510863" cy="148978"/>
          </a:xfrm>
          <a:prstGeom prst="roundRect">
            <a:avLst>
              <a:gd name="adj" fmla="val 39545"/>
            </a:avLst>
          </a:prstGeom>
          <a:solidFill>
            <a:schemeClr val="accent5">
              <a:lumMod val="7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円/楕円 22"/>
          <p:cNvSpPr/>
          <p:nvPr/>
        </p:nvSpPr>
        <p:spPr>
          <a:xfrm>
            <a:off x="2394029" y="4135190"/>
            <a:ext cx="431644" cy="336798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ドーナツ 23"/>
          <p:cNvSpPr>
            <a:spLocks noChangeAspect="1"/>
          </p:cNvSpPr>
          <p:nvPr/>
        </p:nvSpPr>
        <p:spPr>
          <a:xfrm>
            <a:off x="2347912" y="4135188"/>
            <a:ext cx="518400" cy="518400"/>
          </a:xfrm>
          <a:prstGeom prst="donut">
            <a:avLst>
              <a:gd name="adj" fmla="val 9670"/>
            </a:avLst>
          </a:prstGeom>
          <a:solidFill>
            <a:schemeClr val="accent5">
              <a:lumMod val="7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5" name="月 24"/>
          <p:cNvSpPr/>
          <p:nvPr/>
        </p:nvSpPr>
        <p:spPr>
          <a:xfrm rot="5400000">
            <a:off x="2509668" y="3992553"/>
            <a:ext cx="195515" cy="480784"/>
          </a:xfrm>
          <a:prstGeom prst="moon">
            <a:avLst>
              <a:gd name="adj" fmla="val 70466"/>
            </a:avLst>
          </a:prstGeom>
          <a:solidFill>
            <a:schemeClr val="accent5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463264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</TotalTime>
  <Words>0</Words>
  <Application>Microsoft Office PowerPoint</Application>
  <PresentationFormat>ワイド画面</PresentationFormat>
  <Paragraphs>0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テーマ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大洋</dc:creator>
  <cp:lastModifiedBy>大洋 竹端</cp:lastModifiedBy>
  <cp:revision>34</cp:revision>
  <dcterms:created xsi:type="dcterms:W3CDTF">2025-03-11T01:56:11Z</dcterms:created>
  <dcterms:modified xsi:type="dcterms:W3CDTF">2026-03-12T02:46:00Z</dcterms:modified>
</cp:coreProperties>
</file>