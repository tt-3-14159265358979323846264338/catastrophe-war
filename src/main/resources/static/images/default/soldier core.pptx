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6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58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08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62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8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6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82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06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2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91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8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/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/>
          <p:cNvSpPr/>
          <p:nvPr/>
        </p:nvSpPr>
        <p:spPr>
          <a:xfrm>
            <a:off x="4666649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/>
          <p:cNvSpPr/>
          <p:nvPr/>
        </p:nvSpPr>
        <p:spPr>
          <a:xfrm>
            <a:off x="6823583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/>
          <p:cNvSpPr/>
          <p:nvPr/>
        </p:nvSpPr>
        <p:spPr>
          <a:xfrm>
            <a:off x="8980517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正方形/長方形 95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1268773"/>
            <a:ext cx="727200" cy="727200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159" y="1268773"/>
            <a:ext cx="727200" cy="72720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490" y="1268773"/>
            <a:ext cx="727200" cy="727200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821" y="1268773"/>
            <a:ext cx="727200" cy="727200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152" y="1268773"/>
            <a:ext cx="727200" cy="727200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828" y="3427896"/>
            <a:ext cx="727200" cy="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8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/>
          <p:cNvSpPr/>
          <p:nvPr/>
        </p:nvSpPr>
        <p:spPr>
          <a:xfrm>
            <a:off x="3033159" y="3258706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/>
          <p:cNvSpPr/>
          <p:nvPr/>
        </p:nvSpPr>
        <p:spPr>
          <a:xfrm>
            <a:off x="5194330" y="3258706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/>
        </p:nvSpPr>
        <p:spPr>
          <a:xfrm>
            <a:off x="7355502" y="3258706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/>
        </p:nvSpPr>
        <p:spPr>
          <a:xfrm>
            <a:off x="871988" y="3258706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/>
        </p:nvSpPr>
        <p:spPr>
          <a:xfrm>
            <a:off x="9516674" y="3258706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/>
        </p:nvSpPr>
        <p:spPr>
          <a:xfrm>
            <a:off x="3033159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/>
        </p:nvSpPr>
        <p:spPr>
          <a:xfrm>
            <a:off x="5194330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7355502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/>
        </p:nvSpPr>
        <p:spPr>
          <a:xfrm>
            <a:off x="871988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/>
        </p:nvSpPr>
        <p:spPr>
          <a:xfrm>
            <a:off x="9516674" y="1122960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/>
        </p:nvSpPr>
        <p:spPr>
          <a:xfrm>
            <a:off x="3033159" y="5407331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/>
          <p:cNvSpPr/>
          <p:nvPr/>
        </p:nvSpPr>
        <p:spPr>
          <a:xfrm>
            <a:off x="5194330" y="5407331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/>
          <p:cNvSpPr/>
          <p:nvPr/>
        </p:nvSpPr>
        <p:spPr>
          <a:xfrm>
            <a:off x="7355502" y="5407331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871988" y="5407331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/>
        </p:nvSpPr>
        <p:spPr>
          <a:xfrm>
            <a:off x="9516674" y="5407331"/>
            <a:ext cx="1069260" cy="1069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8" name="図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28" y="1268773"/>
            <a:ext cx="727200" cy="727200"/>
          </a:xfrm>
          <a:prstGeom prst="rect">
            <a:avLst/>
          </a:prstGeom>
        </p:spPr>
      </p:pic>
      <p:pic>
        <p:nvPicPr>
          <p:cNvPr id="39" name="図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159" y="1268773"/>
            <a:ext cx="727200" cy="727200"/>
          </a:xfrm>
          <a:prstGeom prst="rect">
            <a:avLst/>
          </a:prstGeom>
        </p:spPr>
      </p:pic>
      <p:pic>
        <p:nvPicPr>
          <p:cNvPr id="40" name="図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490" y="1268773"/>
            <a:ext cx="727200" cy="727200"/>
          </a:xfrm>
          <a:prstGeom prst="rect">
            <a:avLst/>
          </a:prstGeom>
        </p:spPr>
      </p:pic>
      <p:pic>
        <p:nvPicPr>
          <p:cNvPr id="41" name="図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821" y="1268773"/>
            <a:ext cx="727200" cy="727200"/>
          </a:xfrm>
          <a:prstGeom prst="rect">
            <a:avLst/>
          </a:prstGeom>
        </p:spPr>
      </p:pic>
      <p:pic>
        <p:nvPicPr>
          <p:cNvPr id="42" name="図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4152" y="1268773"/>
            <a:ext cx="727200" cy="727200"/>
          </a:xfrm>
          <a:prstGeom prst="rect">
            <a:avLst/>
          </a:prstGeom>
        </p:spPr>
      </p:pic>
      <p:pic>
        <p:nvPicPr>
          <p:cNvPr id="43" name="図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828" y="3427896"/>
            <a:ext cx="727200" cy="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59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1298977" y="1161246"/>
            <a:ext cx="4134118" cy="4134118"/>
          </a:xfrm>
          <a:prstGeom prst="ellipse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0" h="889000"/>
            <a:bevelB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/>
        </p:nvSpPr>
        <p:spPr>
          <a:xfrm>
            <a:off x="2715653" y="2273121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/>
        </p:nvSpPr>
        <p:spPr>
          <a:xfrm>
            <a:off x="2743556" y="2605716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/>
        </p:nvSpPr>
        <p:spPr>
          <a:xfrm>
            <a:off x="1739000" y="1790163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1766903" y="2122758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6620277" y="1161246"/>
            <a:ext cx="4134118" cy="4134118"/>
          </a:xfrm>
          <a:prstGeom prst="ellipse">
            <a:avLst/>
          </a:prstGeom>
          <a:solidFill>
            <a:srgbClr val="FF8989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0" h="889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/>
        </p:nvSpPr>
        <p:spPr>
          <a:xfrm>
            <a:off x="8036953" y="2273121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/>
        </p:nvSpPr>
        <p:spPr>
          <a:xfrm>
            <a:off x="8064856" y="2605716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7060300" y="1790163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/>
        </p:nvSpPr>
        <p:spPr>
          <a:xfrm>
            <a:off x="7088203" y="2122758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60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1298977" y="1161246"/>
            <a:ext cx="4134118" cy="4134118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0" h="889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/>
        </p:nvSpPr>
        <p:spPr>
          <a:xfrm>
            <a:off x="2715653" y="2273121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/>
        </p:nvSpPr>
        <p:spPr>
          <a:xfrm>
            <a:off x="2743556" y="2605716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/>
        </p:nvSpPr>
        <p:spPr>
          <a:xfrm>
            <a:off x="1739000" y="1790163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1766903" y="2122758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6620277" y="1161246"/>
            <a:ext cx="4134118" cy="413411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0" h="889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/>
        </p:nvSpPr>
        <p:spPr>
          <a:xfrm>
            <a:off x="8036953" y="2273121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/>
        </p:nvSpPr>
        <p:spPr>
          <a:xfrm>
            <a:off x="8064856" y="2605716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7060300" y="1790163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/>
        </p:nvSpPr>
        <p:spPr>
          <a:xfrm>
            <a:off x="7088203" y="2122758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970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円/楕円 3"/>
          <p:cNvSpPr/>
          <p:nvPr/>
        </p:nvSpPr>
        <p:spPr>
          <a:xfrm>
            <a:off x="1298977" y="1161246"/>
            <a:ext cx="4134118" cy="4134118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0" h="889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/>
        </p:nvSpPr>
        <p:spPr>
          <a:xfrm>
            <a:off x="2715653" y="2273121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/>
        </p:nvSpPr>
        <p:spPr>
          <a:xfrm>
            <a:off x="2743556" y="2605716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/>
        </p:nvSpPr>
        <p:spPr>
          <a:xfrm>
            <a:off x="1739000" y="1790163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1766903" y="2122758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6620277" y="1161246"/>
            <a:ext cx="4134118" cy="4134118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0" h="889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/>
        </p:nvSpPr>
        <p:spPr>
          <a:xfrm>
            <a:off x="8036953" y="2273121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/>
        </p:nvSpPr>
        <p:spPr>
          <a:xfrm>
            <a:off x="8064856" y="2605716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7060300" y="1790163"/>
            <a:ext cx="697201" cy="96591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/>
        </p:nvSpPr>
        <p:spPr>
          <a:xfrm>
            <a:off x="7088203" y="2122758"/>
            <a:ext cx="389753" cy="5399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2616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0</Words>
  <Application>Microsoft Office PowerPoint</Application>
  <PresentationFormat>ワイド画面</PresentationFormat>
  <Paragraphs>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大洋</dc:creator>
  <cp:lastModifiedBy>大洋 竹端</cp:lastModifiedBy>
  <cp:revision>15</cp:revision>
  <dcterms:created xsi:type="dcterms:W3CDTF">2025-03-11T01:56:11Z</dcterms:created>
  <dcterms:modified xsi:type="dcterms:W3CDTF">2026-03-04T23:43:20Z</dcterms:modified>
</cp:coreProperties>
</file>